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8" d="100"/>
          <a:sy n="98" d="100"/>
        </p:scale>
        <p:origin x="-1038" y="-4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1517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8663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947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78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5451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553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7681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5818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467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0677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C65-0CE6-41CC-9E83-FBCDEC9F8AD8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5873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AEC65-0CE6-41CC-9E83-FBCDEC9F8AD8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061EF-8EAC-49BD-B97C-97BDB9C25B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53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рямоугольник 33"/>
          <p:cNvSpPr/>
          <p:nvPr/>
        </p:nvSpPr>
        <p:spPr>
          <a:xfrm>
            <a:off x="3158250" y="0"/>
            <a:ext cx="4351821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/>
          <p:cNvSpPr txBox="1"/>
          <p:nvPr/>
        </p:nvSpPr>
        <p:spPr>
          <a:xfrm>
            <a:off x="0" y="-1338"/>
            <a:ext cx="3222885" cy="68593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/>
          <a:p>
            <a:endParaRPr lang="ru-RU" dirty="0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120353" y="107418"/>
            <a:ext cx="11903580" cy="463817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322E13E8-B291-4DCD-9393-57DEE4F8C1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53" y="107418"/>
            <a:ext cx="2742488" cy="51541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DE6DE74B-7DCA-40EE-8B95-EDB3B9914657}"/>
              </a:ext>
            </a:extLst>
          </p:cNvPr>
          <p:cNvSpPr txBox="1"/>
          <p:nvPr/>
        </p:nvSpPr>
        <p:spPr>
          <a:xfrm>
            <a:off x="7617449" y="4512895"/>
            <a:ext cx="2302161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Организация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Институт леса им. В.Н. Сукачева СО РАН                              660036, г. Красноярск, Академгородок №50, стр.28</a:t>
            </a:r>
            <a:endParaRPr lang="ru-RU" sz="1200" b="1" u="sng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200" b="1" u="sng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Контакты:</a:t>
            </a:r>
          </a:p>
          <a:p>
            <a:r>
              <a:rPr lang="ru-RU" sz="1200" u="sng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Панов Алексей Васильевич</a:t>
            </a:r>
          </a:p>
          <a:p>
            <a:r>
              <a:rPr lang="en-US" sz="1200" u="sng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alexey.v.panov@gmail.com </a:t>
            </a:r>
            <a:endParaRPr lang="ru-RU" sz="1200" u="sng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200" u="sng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Зырянов Вячеслав Игоревич</a:t>
            </a:r>
          </a:p>
          <a:p>
            <a:r>
              <a:rPr lang="en-US" sz="1200" u="sng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zyryanov.vi@ya.ru  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Прямоугольник 34"/>
          <p:cNvSpPr/>
          <p:nvPr/>
        </p:nvSpPr>
        <p:spPr>
          <a:xfrm>
            <a:off x="7512691" y="-22"/>
            <a:ext cx="4669790" cy="68580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470767" y="4028562"/>
            <a:ext cx="234157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ВОДОХРАНИЛИЩЕ</a:t>
            </a:r>
            <a:endParaRPr lang="ru-RU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="" xmlns:a16="http://schemas.microsoft.com/office/drawing/2014/main" id="{29743766-9C4C-4FE7-8F98-7E5EC65A24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" y="419450"/>
            <a:ext cx="3078058" cy="854810"/>
          </a:xfrm>
          <a:prstGeom prst="rect">
            <a:avLst/>
          </a:prstGeom>
          <a:ln>
            <a:noFill/>
          </a:ln>
        </p:spPr>
      </p:pic>
      <p:sp>
        <p:nvSpPr>
          <p:cNvPr id="24" name="TextBox 23"/>
          <p:cNvSpPr txBox="1"/>
          <p:nvPr/>
        </p:nvSpPr>
        <p:spPr>
          <a:xfrm rot="10800000" flipV="1">
            <a:off x="-80311" y="1162576"/>
            <a:ext cx="331818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700" b="1" dirty="0">
                <a:latin typeface="Arial" pitchFamily="34" charset="0"/>
                <a:cs typeface="Arial" pitchFamily="34" charset="0"/>
              </a:rPr>
              <a:t>КАТАЛОГ ЭКОЛОГО-КЛИМАТИЧЕСКИХ СТАНЦИЙ </a:t>
            </a: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="" xmlns:a16="http://schemas.microsoft.com/office/drawing/2014/main" id="{BC83BBEB-F42F-4DB2-A8DB-27C9C965CA91}"/>
              </a:ext>
            </a:extLst>
          </p:cNvPr>
          <p:cNvSpPr/>
          <p:nvPr/>
        </p:nvSpPr>
        <p:spPr>
          <a:xfrm>
            <a:off x="7543665" y="1853351"/>
            <a:ext cx="4589749" cy="78713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Климат </a:t>
            </a:r>
          </a:p>
          <a:p>
            <a:pPr lvl="0"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Температура января: </a:t>
            </a:r>
            <a:r>
              <a:rPr lang="ru-RU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--10,46</a:t>
            </a: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°</a:t>
            </a:r>
            <a:r>
              <a:rPr lang="ru-RU" sz="1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0"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Температура 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июля:</a:t>
            </a: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20,21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°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</a:t>
            </a:r>
          </a:p>
          <a:p>
            <a:pPr lvl="0"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Среднегодовое количество осадков: </a:t>
            </a:r>
            <a:r>
              <a: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525,44</a:t>
            </a:r>
            <a:r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мм</a:t>
            </a: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="" xmlns:a16="http://schemas.microsoft.com/office/drawing/2014/main" id="{250C2775-8B32-4191-8A64-97CFCDBFA4DF}"/>
              </a:ext>
            </a:extLst>
          </p:cNvPr>
          <p:cNvSpPr/>
          <p:nvPr/>
        </p:nvSpPr>
        <p:spPr>
          <a:xfrm>
            <a:off x="7543665" y="53348"/>
            <a:ext cx="3060513" cy="98542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РЕСПУБЛИКА</a:t>
            </a:r>
            <a:r>
              <a:rPr kumimoji="0" lang="ru-RU" sz="1800" b="1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ТАТАРСТАН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Поселок </a:t>
            </a:r>
            <a:r>
              <a:rPr lang="ru-RU" sz="1200" dirty="0" err="1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Саралы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="" xmlns:a16="http://schemas.microsoft.com/office/drawing/2014/main" id="{CA4EC1CA-C1B2-4C4B-859C-FB15052851F4}"/>
              </a:ext>
            </a:extLst>
          </p:cNvPr>
          <p:cNvSpPr/>
          <p:nvPr/>
        </p:nvSpPr>
        <p:spPr>
          <a:xfrm>
            <a:off x="10635152" y="53015"/>
            <a:ext cx="1503349" cy="98542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700" b="1" dirty="0" err="1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Саралы</a:t>
            </a:r>
            <a:endParaRPr lang="ru-RU" sz="1700" b="1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00" b="1" dirty="0" err="1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RT</a:t>
            </a:r>
            <a:r>
              <a:rPr lang="en-US" sz="17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-SAR         </a:t>
            </a:r>
            <a:endParaRPr lang="ru-RU" sz="17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="" xmlns:a16="http://schemas.microsoft.com/office/drawing/2014/main" id="{703B968F-DCFF-4052-850D-5C98BF86296F}"/>
              </a:ext>
            </a:extLst>
          </p:cNvPr>
          <p:cNvSpPr/>
          <p:nvPr/>
        </p:nvSpPr>
        <p:spPr>
          <a:xfrm>
            <a:off x="7543665" y="1077103"/>
            <a:ext cx="4589749" cy="71641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Экосистема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ru-RU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lang="ru-RU" sz="12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лёс </a:t>
            </a:r>
            <a:r>
              <a:rPr lang="ru-RU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Куйбышевского водохранилища в отдалении от крупных населенных пунктов.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Прямоугольник: скругленные углы 50">
            <a:extLst>
              <a:ext uri="{FF2B5EF4-FFF2-40B4-BE49-F238E27FC236}">
                <a16:creationId xmlns="" xmlns:a16="http://schemas.microsoft.com/office/drawing/2014/main" id="{F9B58750-693E-4DF0-B6B2-85DC80ED0FBA}"/>
              </a:ext>
            </a:extLst>
          </p:cNvPr>
          <p:cNvSpPr/>
          <p:nvPr/>
        </p:nvSpPr>
        <p:spPr>
          <a:xfrm>
            <a:off x="7543665" y="2686874"/>
            <a:ext cx="4589749" cy="102304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Измерения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Период работы: 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2004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г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– </a:t>
            </a:r>
            <a:r>
              <a:rPr kumimoji="0" lang="ru-RU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н.в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Высота 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вышки:</a:t>
            </a:r>
            <a:r>
              <a:rPr kumimoji="0" lang="en-US" sz="12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м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Мониторинг: потоки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метеорологические 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параметры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Прямоугольник: скругленные углы 51">
            <a:extLst>
              <a:ext uri="{FF2B5EF4-FFF2-40B4-BE49-F238E27FC236}">
                <a16:creationId xmlns="" xmlns:a16="http://schemas.microsoft.com/office/drawing/2014/main" id="{EA974C06-A947-411B-963C-248A37F04754}"/>
              </a:ext>
            </a:extLst>
          </p:cNvPr>
          <p:cNvSpPr/>
          <p:nvPr/>
        </p:nvSpPr>
        <p:spPr>
          <a:xfrm>
            <a:off x="7543665" y="3756305"/>
            <a:ext cx="4589749" cy="112299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Основные публикации</a:t>
            </a:r>
          </a:p>
          <a:p>
            <a:pPr lvl="0">
              <a:defRPr/>
            </a:pPr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Прямоугольник: скругленные углы 52">
            <a:extLst>
              <a:ext uri="{FF2B5EF4-FFF2-40B4-BE49-F238E27FC236}">
                <a16:creationId xmlns="" xmlns:a16="http://schemas.microsoft.com/office/drawing/2014/main" id="{ADA331E6-7261-4B06-9506-6AE6CF463B72}"/>
              </a:ext>
            </a:extLst>
          </p:cNvPr>
          <p:cNvSpPr/>
          <p:nvPr/>
        </p:nvSpPr>
        <p:spPr>
          <a:xfrm>
            <a:off x="7551350" y="4925689"/>
            <a:ext cx="4582064" cy="193231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Организация</a:t>
            </a:r>
          </a:p>
          <a:p>
            <a:pPr lvl="0">
              <a:defRPr/>
            </a:pPr>
            <a:r>
              <a:rPr lang="ru-RU" sz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ФГАОУ</a:t>
            </a:r>
            <a:r>
              <a:rPr lang="ru-RU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ВО «Казанский (Приволжский) Федеральный университет», Институт </a:t>
            </a:r>
            <a:r>
              <a:rPr lang="ru-RU" sz="12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экологии, биотехнологии  </a:t>
            </a:r>
            <a:r>
              <a:rPr lang="ru-RU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z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пририодопользования</a:t>
            </a:r>
            <a:r>
              <a:rPr lang="ru-RU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Татарстан, г. Казань, 420008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1" i="0" u="sng" strike="noStrike" kern="1200" cap="none" spc="0" normalizeH="0" baseline="0" noProof="0" dirty="0" smtClean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sng" strike="noStrike" kern="1200" cap="none" spc="0" normalizeH="0" baseline="0" noProof="0" dirty="0" smtClean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Контакты</a:t>
            </a:r>
            <a:r>
              <a:rPr kumimoji="0" lang="ru-RU" sz="1200" b="1" i="0" u="sng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sng" strike="noStrike" kern="1200" cap="none" spc="0" normalizeH="0" baseline="0" noProof="0" dirty="0" smtClean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Прохоров Вадим Евгеньевич</a:t>
            </a:r>
            <a:endParaRPr kumimoji="0" lang="ru-RU" sz="1200" b="0" i="0" u="sng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en-US" sz="1200" u="sng" dirty="0" err="1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vadim.prokhorov@gmail.com</a:t>
            </a:r>
            <a:r>
              <a:rPr lang="en-US" sz="1200" u="sng" dirty="0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ru-RU" sz="1200" b="0" i="0" u="sng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67196F9C-4F06-49A8-A927-167A7D3307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401" y="5933203"/>
            <a:ext cx="914499" cy="9144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DA5D5C17-48CC-42EA-BB77-F7E6C9007F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8" y="1756364"/>
            <a:ext cx="2993806" cy="2202492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09" b="11433"/>
          <a:stretch/>
        </p:blipFill>
        <p:spPr>
          <a:xfrm>
            <a:off x="123618" y="4512895"/>
            <a:ext cx="2981076" cy="21340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9352" y="2640486"/>
            <a:ext cx="131863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/>
              <a:t>55.269370 </a:t>
            </a:r>
            <a:r>
              <a:rPr lang="ru-RU" sz="1100" dirty="0" err="1" smtClean="0"/>
              <a:t>с.ш</a:t>
            </a:r>
            <a:r>
              <a:rPr lang="ru-RU" sz="1100" dirty="0" smtClean="0"/>
              <a:t>.</a:t>
            </a:r>
          </a:p>
          <a:p>
            <a:r>
              <a:rPr lang="ru-RU" sz="1100" dirty="0" smtClean="0"/>
              <a:t>49.280190 </a:t>
            </a:r>
            <a:r>
              <a:rPr lang="ru-RU" sz="1100" dirty="0" err="1" smtClean="0"/>
              <a:t>в.д</a:t>
            </a:r>
            <a:r>
              <a:rPr lang="ru-RU" sz="1100" dirty="0" smtClean="0"/>
              <a:t>.</a:t>
            </a:r>
          </a:p>
          <a:p>
            <a:r>
              <a:rPr lang="ru-RU" sz="1100" dirty="0" err="1" smtClean="0"/>
              <a:t>Абс</a:t>
            </a:r>
            <a:r>
              <a:rPr lang="ru-RU" sz="1100" dirty="0" smtClean="0"/>
              <a:t>. Высота 53</a:t>
            </a:r>
            <a:endParaRPr lang="ru-RU" sz="11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74" y="3506957"/>
            <a:ext cx="4286475" cy="3214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198" y="136039"/>
            <a:ext cx="4320867" cy="324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677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137</Words>
  <Application>Microsoft Office PowerPoint</Application>
  <PresentationFormat>Произвольный</PresentationFormat>
  <Paragraphs>34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Учетная запись Майкрософт</dc:creator>
  <cp:lastModifiedBy>aa1</cp:lastModifiedBy>
  <cp:revision>7</cp:revision>
  <dcterms:created xsi:type="dcterms:W3CDTF">2023-06-23T15:54:32Z</dcterms:created>
  <dcterms:modified xsi:type="dcterms:W3CDTF">2024-11-27T10:11:37Z</dcterms:modified>
</cp:coreProperties>
</file>